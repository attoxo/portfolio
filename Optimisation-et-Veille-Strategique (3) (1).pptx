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Inter" panose="020B0604020202020204" charset="0"/>
      <p:regular r:id="rId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D255B-B501-436D-9D0D-2F620304E6B1}" v="22" dt="2026-04-15T17:12:4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0CAD1-4E16-42D6-B24E-837FAADF60B6}" type="datetimeFigureOut">
              <a:t>15/04/2026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58E98-DB1F-4071-9991-DFAE5AB4DBE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01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6587" y="2749629"/>
            <a:ext cx="8277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L'IA au Service de l'Entreprise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39403" y="3798570"/>
            <a:ext cx="12751594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Optimisation et Veille Stratégique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51169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l'intelligence artificielle transforme la façon dont les entreprises anticipent, décident et agissent.</a:t>
            </a:r>
            <a:endParaRPr lang="en-US" sz="17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4F7C73-5E45-3126-15A4-595ACBF369D7}"/>
              </a:ext>
            </a:extLst>
          </p:cNvPr>
          <p:cNvSpPr/>
          <p:nvPr/>
        </p:nvSpPr>
        <p:spPr>
          <a:xfrm>
            <a:off x="-1991" y="7640205"/>
            <a:ext cx="14631262" cy="5912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723674"/>
            <a:ext cx="1535787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284607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2791658"/>
            <a:ext cx="9914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3240643"/>
            <a:ext cx="123201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Pourquoi la Veille Stratégique à l'Ère de l'IA ?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28958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4253" y="4289584"/>
            <a:ext cx="3175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Adoption IA générative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644253" y="478000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des entrepise utilise les IA 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428958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86356" y="4289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collecte de donne 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086356" y="478000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collecte brute avec une précision atteignant </a:t>
            </a: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94,4%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28958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28459" y="4289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Gagner du Temps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528459" y="478000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de temps estimé </a:t>
            </a: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les tâches automatisées</a:t>
            </a:r>
            <a:endParaRPr lang="en-US" sz="17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D60EC28-3E44-8705-7BEB-4A56FDA95D67}"/>
              </a:ext>
            </a:extLst>
          </p:cNvPr>
          <p:cNvSpPr/>
          <p:nvPr/>
        </p:nvSpPr>
        <p:spPr>
          <a:xfrm>
            <a:off x="-1991" y="7654605"/>
            <a:ext cx="14631262" cy="5768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71657"/>
            <a:ext cx="120265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99405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939641"/>
            <a:ext cx="6582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388626"/>
            <a:ext cx="86084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 Outils utiliser pour la Veille 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437567"/>
            <a:ext cx="13042821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4270" y="2468047"/>
            <a:ext cx="907256" cy="1306949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1958340" y="26948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Alerts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58340" y="3185279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simple des mots-clés sur le web.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Gratuit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instantané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032290"/>
            <a:ext cx="13042821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4270" y="4062770"/>
            <a:ext cx="907256" cy="1306949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sp>
        <p:nvSpPr>
          <p:cNvPr id="12" name="Text 9"/>
          <p:cNvSpPr/>
          <p:nvPr/>
        </p:nvSpPr>
        <p:spPr>
          <a:xfrm>
            <a:off x="1958340" y="4289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Feedly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58340" y="4780002"/>
            <a:ext cx="116209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Agrégateur RSS pour centraliser vos sources d'information. Interface intuitive et notifications en temps réel.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627013"/>
            <a:ext cx="13042821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4270" y="5657493"/>
            <a:ext cx="907256" cy="1669852"/>
          </a:xfrm>
          <a:prstGeom prst="roundRect">
            <a:avLst>
              <a:gd name="adj" fmla="val 6469"/>
            </a:avLst>
          </a:prstGeom>
          <a:solidFill>
            <a:srgbClr val="DADBF1"/>
          </a:solidFill>
          <a:ln/>
        </p:spPr>
      </p:sp>
      <p:sp>
        <p:nvSpPr>
          <p:cNvPr id="16" name="Text 13"/>
          <p:cNvSpPr/>
          <p:nvPr/>
        </p:nvSpPr>
        <p:spPr>
          <a:xfrm>
            <a:off x="1958340" y="58843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Twitter/X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958340" y="6374725"/>
            <a:ext cx="116209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en temps réel des tendances, conversations et actualités de votre secteur. Source directe d'information brute et non filtrée.</a:t>
            </a:r>
            <a:endParaRPr lang="en-US" sz="175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A3BEAFE7-EC65-115D-A8DC-895231363304}"/>
              </a:ext>
            </a:extLst>
          </p:cNvPr>
          <p:cNvSpPr/>
          <p:nvPr/>
        </p:nvSpPr>
        <p:spPr>
          <a:xfrm>
            <a:off x="-1991" y="7683405"/>
            <a:ext cx="14631262" cy="5480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993" y="644128"/>
            <a:ext cx="1470303" cy="365522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199" y="746046"/>
            <a:ext cx="161568" cy="161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0491" y="704731"/>
            <a:ext cx="985599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TENDANCES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6993" y="1081564"/>
            <a:ext cx="9544169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Frise des Tendances Clés : 2025–2026</a:t>
            </a:r>
            <a:endParaRPr lang="en-US" sz="3950" dirty="0"/>
          </a:p>
        </p:txBody>
      </p:sp>
      <p:sp>
        <p:nvSpPr>
          <p:cNvPr id="6" name="Shape 3"/>
          <p:cNvSpPr/>
          <p:nvPr/>
        </p:nvSpPr>
        <p:spPr>
          <a:xfrm>
            <a:off x="706993" y="4130635"/>
            <a:ext cx="13216414" cy="22860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</p:sp>
      <p:sp>
        <p:nvSpPr>
          <p:cNvPr id="7" name="Shape 4"/>
          <p:cNvSpPr/>
          <p:nvPr/>
        </p:nvSpPr>
        <p:spPr>
          <a:xfrm>
            <a:off x="3943350" y="3524667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</p:sp>
      <p:sp>
        <p:nvSpPr>
          <p:cNvPr id="8" name="Shape 5"/>
          <p:cNvSpPr/>
          <p:nvPr/>
        </p:nvSpPr>
        <p:spPr>
          <a:xfrm>
            <a:off x="3727609" y="3903405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273" y="3941207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543050" y="1982629"/>
            <a:ext cx="4823579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 2025 — IA Multimodale &amp; Prédictive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08923" y="2406134"/>
            <a:ext cx="609195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plateformes maîtrisent texte, image et audio. Les intégrations quotidiennes (Slack, Teams) se généralisent.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303651" y="4130576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</p:sp>
      <p:sp>
        <p:nvSpPr>
          <p:cNvPr id="13" name="Shape 10"/>
          <p:cNvSpPr/>
          <p:nvPr/>
        </p:nvSpPr>
        <p:spPr>
          <a:xfrm>
            <a:off x="7087910" y="3903405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63574" y="3941207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5573554" y="4938593"/>
            <a:ext cx="348317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 — Stratégie Agentique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269224" y="5362099"/>
            <a:ext cx="609195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devient un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prédictif vivant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Les agents IA simulent des scénarios en temps réel pour une décision éclairée.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0663952" y="3524667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0C1D7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48211" y="3903405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23875" y="3941207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50" dirty="0"/>
          </a:p>
        </p:txBody>
      </p:sp>
      <p:sp>
        <p:nvSpPr>
          <p:cNvPr id="20" name="Text 17"/>
          <p:cNvSpPr/>
          <p:nvPr/>
        </p:nvSpPr>
        <p:spPr>
          <a:xfrm>
            <a:off x="8936474" y="1982629"/>
            <a:ext cx="347805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 — Veille Démocratisée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7629525" y="2406134"/>
            <a:ext cx="609195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et ETI accèdent à une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de marché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niveau grandes entreprises — des heures de recherche en minutes de lecture.</a:t>
            </a:r>
            <a:endParaRPr lang="en-US" sz="15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23" y="6785372"/>
            <a:ext cx="252413" cy="20193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63266" y="6711434"/>
            <a:ext cx="1235821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: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Energent.ai, </a:t>
            </a:r>
            <a:r>
              <a:rPr lang="en-US" sz="15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de l'Industrie 2026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InsightFlow, annonce Q2 2025 · Scopya, "Née d'une frustration de dirigeant" · VeilleIA, "Le raccourci vers l'expertise"</a:t>
            </a:r>
            <a:endParaRPr lang="en-US" sz="155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1D44DD12-2E82-7509-C486-2250072410A9}"/>
              </a:ext>
            </a:extLst>
          </p:cNvPr>
          <p:cNvSpPr/>
          <p:nvPr/>
        </p:nvSpPr>
        <p:spPr>
          <a:xfrm>
            <a:off x="-1992" y="7690604"/>
            <a:ext cx="14631262" cy="540862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16</cp:revision>
  <dcterms:created xsi:type="dcterms:W3CDTF">2026-04-15T17:03:39Z</dcterms:created>
  <dcterms:modified xsi:type="dcterms:W3CDTF">2026-04-15T17:12:57Z</dcterms:modified>
</cp:coreProperties>
</file>